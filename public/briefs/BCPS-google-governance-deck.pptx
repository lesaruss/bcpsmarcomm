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E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3D5A"/>
          </a:solidFill>
          <a:ln w="12700">
            <a:solidFill>
              <a:srgbClr val="0A3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C55326"/>
          </a:solidFill>
          <a:ln w="12700">
            <a:solidFill>
              <a:srgbClr val="C553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0" y="502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DETAILS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126480" y="960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A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126480" y="11978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22,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6184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A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126480" y="18562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PM via Teams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22768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A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126480" y="2514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Castaneda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29352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A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126480" y="3172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A. Russell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36393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A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126480" y="391363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Daryl Diamond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Farrah A. Wilson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Greenberg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S. Bradford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Charlene A. Collins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A. Russell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0058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  |  MAY 22,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1371600"/>
            <a:ext cx="5212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Analytics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5212080" cy="36576"/>
          </a:xfrm>
          <a:prstGeom prst="rect">
            <a:avLst/>
          </a:prstGeom>
          <a:solidFill>
            <a:srgbClr val="C55326"/>
          </a:solidFill>
          <a:ln w="12700">
            <a:solidFill>
              <a:srgbClr val="C553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862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Evaluate web analytics options for the district.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best fit. Plan implementation.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C55326"/>
          </a:solidFill>
          <a:ln w="12700">
            <a:solidFill>
              <a:srgbClr val="C553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 --  WHY WE'RE MEETING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BCPS  |  District Webmaster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Broward County Public Schools  |  For Internal District Use  |  May 22,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Ownership Problem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2715768" cy="3511296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70432"/>
            <a:ext cx="2715768" cy="4572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371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6928" y="1947672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Account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633472"/>
            <a:ext cx="2212848" cy="22860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24912"/>
            <a:ext cx="2368296" cy="1819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BCPS web analytics have been tracked under a former employee's personal Gmail (bcps.pio@gmail.com) for 10+ years. That account is now the primary GA4 owner with no district-controlled fallback.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170432"/>
            <a:ext cx="2715768" cy="3511296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170432"/>
            <a:ext cx="2715768" cy="4572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1371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47288" y="1947672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Risk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447288" y="2633472"/>
            <a:ext cx="2212848" cy="22860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288" y="2724912"/>
            <a:ext cx="2368296" cy="1819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next staff turnover, the district risks permanent loss of historical analytics data. There is no audit trail, no scoped access control, and no documented handoff process.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170432"/>
            <a:ext cx="2715768" cy="3511296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170432"/>
            <a:ext cx="2715768" cy="4572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1371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27648" y="1947672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27648" y="2633472"/>
            <a:ext cx="2212848" cy="22860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2724912"/>
            <a:ext cx="2368296" cy="1819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district has no defined web KPIs, no reporting cadence for leadership, and no standard for what 'success' looks like for bcps.net. The tool is installed but not governed.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C55326"/>
          </a:solidFill>
          <a:ln w="12700">
            <a:solidFill>
              <a:srgbClr val="C553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SCOPE  --  WHAT THIS MEETING IS AND IS NOT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BCPS  |  District Webmaster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Broward County Public Schools  |  For Internal District Use  |  May 22,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Meeting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4069080" cy="3493008"/>
          </a:xfrm>
          <a:prstGeom prst="rect">
            <a:avLst/>
          </a:prstGeom>
          <a:solidFill>
            <a:srgbClr val="EBF5EC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88720"/>
            <a:ext cx="4069080" cy="402336"/>
          </a:xfrm>
          <a:prstGeom prst="rect">
            <a:avLst/>
          </a:prstGeom>
          <a:solidFill>
            <a:srgbClr val="16750C"/>
          </a:solidFill>
          <a:ln w="12700">
            <a:solidFill>
              <a:srgbClr val="1675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887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MEETING 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3749040" cy="2898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brainstorm of all available web analytics platforms the district could use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of which platform best fits our requirements, budget, and compliance needs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planning session to agree on who owns analytics going forward and what rollout looks like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opportunity to define what the district actually needs to measure and why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4069080" cy="3493008"/>
          </a:xfrm>
          <a:prstGeom prst="rect">
            <a:avLst/>
          </a:prstGeom>
          <a:solidFill>
            <a:srgbClr val="FDF1ED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88720"/>
            <a:ext cx="4069080" cy="402336"/>
          </a:xfrm>
          <a:prstGeom prst="rect">
            <a:avLst/>
          </a:prstGeom>
          <a:solidFill>
            <a:srgbClr val="C55326"/>
          </a:solidFill>
          <a:ln w="12700">
            <a:solidFill>
              <a:srgbClr val="C553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8872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MEETING IS NOT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3749040" cy="2898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Analytics implementation plan -- GA4 may be the outcome, but it is not the assumption going 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Canvas LMS integration planning session or AI Tools Policy governance discussion -- those workstreams are not part of this conversation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approval or procurement decision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decision on dashboards, integrations, or extended reporting tooling beyond core web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C55326"/>
          </a:solidFill>
          <a:ln w="12700">
            <a:solidFill>
              <a:srgbClr val="C553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 --  PLATFORMS TO EVALUATE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BCPS  |  District Webmaster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Broward County Public Schools  |  For Internal District Use  |  May 22,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Analytics Platforms: The Field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65760" y="11338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7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are viable. The right choice depends on our requirements -- that is what this meeting determines.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229600" cy="3218688"/>
        </p:xfrm>
        <a:graphic>
          <a:graphicData uri="http://schemas.openxmlformats.org/drawingml/2006/table">
            <a:tbl>
              <a:tblPr/>
              <a:tblGrid>
                <a:gridCol w="1874520"/>
                <a:gridCol w="1371600"/>
                <a:gridCol w="1280160"/>
                <a:gridCol w="1645920"/>
                <a:gridCol w="2057400"/>
              </a:tblGrid>
              <a:tr h="4598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E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E73"/>
                    </a:solidFill>
                  </a:tcPr>
                </a:tc>
              </a:tr>
              <a:tr h="4598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Analytics 4 (GA4)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Google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(360 is paid)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processes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with DPA; no K-12 FERPA exemption in free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8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Matomo (self-hosted)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+ hosting costs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district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FERPA-friendly; requires IT infrastructure to operate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8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Piwik PRO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EU-hosted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 to paid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EU-hosted, GDPR/FERPA compliant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 for govt / education; strong compliance 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8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Adobe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Adobe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(enterprise)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Adobe processes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Enterprise-grade; used by large districts; higher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8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Plausible / Fathom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monthly flat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EU/US compliant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Cookie-free; FERPA simpler; limited depth vs. GA4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8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Finalsite-native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into CMS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with CMS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Finalsite processes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for staff; limited depth; no SEO visibility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C55326"/>
          </a:solidFill>
          <a:ln w="12700">
            <a:solidFill>
              <a:srgbClr val="C553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 --  HOW WE SHOULD EVALUATE OPTIONS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BCPS  |  District Webmaster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Broward County Public Schools  |  For Internal District Use  |  May 22,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When Choosing a Platform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2715768" cy="16642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88720"/>
            <a:ext cx="2715768" cy="36576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16736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FERPA / COPPA Compliance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1700784"/>
            <a:ext cx="2304288" cy="22860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73936"/>
            <a:ext cx="244144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use this on student-facing pages? Does the vendor offer a signed DPA? What data processing agreements are required?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188720"/>
            <a:ext cx="2715768" cy="16642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188720"/>
            <a:ext cx="2715768" cy="36576"/>
          </a:xfrm>
          <a:prstGeom prst="rect">
            <a:avLst/>
          </a:prstGeom>
          <a:solidFill>
            <a:srgbClr val="1672A7"/>
          </a:solidFill>
          <a:ln w="12700">
            <a:solidFill>
              <a:srgbClr val="1672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316736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7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 Ownership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10712" y="1700784"/>
            <a:ext cx="2304288" cy="22860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773936"/>
            <a:ext cx="244144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BCPS own its analytics data? Can we export everything? Can we delete it on request? What happens when we leave?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715768" cy="16642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88720"/>
            <a:ext cx="2715768" cy="36576"/>
          </a:xfrm>
          <a:prstGeom prst="rect">
            <a:avLst/>
          </a:prstGeom>
          <a:solidFill>
            <a:srgbClr val="16750C"/>
          </a:solidFill>
          <a:ln w="12700">
            <a:solidFill>
              <a:srgbClr val="1675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316736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75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IT Overhead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91072" y="1700784"/>
            <a:ext cx="2304288" cy="22860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1773936"/>
            <a:ext cx="244144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require district-managed infrastructure (servers, updates)? What is the ongoing IT burden? Who handles incidents and outages?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2715768" cy="16642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17520"/>
            <a:ext cx="2715768" cy="36576"/>
          </a:xfrm>
          <a:prstGeom prst="rect">
            <a:avLst/>
          </a:prstGeom>
          <a:solidFill>
            <a:srgbClr val="C55326"/>
          </a:solidFill>
          <a:ln w="12700">
            <a:solidFill>
              <a:srgbClr val="C553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145536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Reporting for Leadership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0352" y="3529584"/>
            <a:ext cx="2304288" cy="22860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602736"/>
            <a:ext cx="244144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non-technical staff run reports? Does it answer questions leadership needs monthly: traffic, top pages, search performance, trends?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3017520"/>
            <a:ext cx="2715768" cy="16642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017520"/>
            <a:ext cx="2715768" cy="36576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3145536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Finalsite Integration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410712" y="3529584"/>
            <a:ext cx="2304288" cy="22860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0712" y="3602736"/>
            <a:ext cx="244144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tag Finalsite CMS pages easily? Does it need custom implementation by OOC, AS, or the CMS vendor?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3017520"/>
            <a:ext cx="2715768" cy="1664208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17520"/>
            <a:ext cx="2715768" cy="36576"/>
          </a:xfrm>
          <a:prstGeom prst="rect">
            <a:avLst/>
          </a:prstGeom>
          <a:solidFill>
            <a:srgbClr val="1672A7"/>
          </a:solidFill>
          <a:ln w="12700">
            <a:solidFill>
              <a:srgbClr val="1672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3145536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7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Cost and Sustainability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91072" y="3529584"/>
            <a:ext cx="2304288" cy="22860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3602736"/>
            <a:ext cx="244144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3-year cost including implementation, training, and support? Is there a K-12 or government pricing tier?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C55326"/>
          </a:solidFill>
          <a:ln w="12700">
            <a:solidFill>
              <a:srgbClr val="C553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--  QUESTIONS TO ANSWER IN THIS MEETING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BCPS  |  District Webmaster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Broward County Public Schools  |  For Internal District Use  |  May 22,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Drive the Conversation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4069080" cy="10972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70432"/>
            <a:ext cx="45720" cy="10972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1280160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trying to measure?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1627632"/>
            <a:ext cx="3813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volume? Top pages? Search queries? Form fill conversions? Geographic reach? Something else leadership needs monthly?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069080" cy="10972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45720" cy="10972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2487168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compliance baseline?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2834640"/>
            <a:ext cx="3813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need to avoid all student data contact? Or can we use a DPA and accept some third-party data processing?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584448"/>
            <a:ext cx="4069080" cy="10972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584448"/>
            <a:ext cx="45720" cy="10972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3694176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migration path?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4041648"/>
            <a:ext cx="3813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move off GA4, what historical data do we preserve? Who handles the cutover, and what is the timeline?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1170432"/>
            <a:ext cx="4069080" cy="10972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170432"/>
            <a:ext cx="45720" cy="10972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1280160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access to the data?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1627632"/>
            <a:ext cx="3813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leadership only? School webmasters? Department comms staff? Will we build dashboards for principals?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377440"/>
            <a:ext cx="4069080" cy="10972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377440"/>
            <a:ext cx="45720" cy="10972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73752" y="2487168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budget?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73752" y="2834640"/>
            <a:ext cx="3813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zero-cost requirement (free tier only) or can we budget for a FERPA-compliant enterprise option?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3584448"/>
            <a:ext cx="4069080" cy="10972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584448"/>
            <a:ext cx="45720" cy="10972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73752" y="3694176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analytics long-term?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73752" y="4041648"/>
            <a:ext cx="3813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OOC defines what to measure. But who sets up the platform, manages access, and handles technical configuration?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C55326"/>
          </a:solidFill>
          <a:ln w="12700">
            <a:solidFill>
              <a:srgbClr val="C553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 --  WHAT WE NEED FROM THIS MEETING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BCPS  |  District Webmaster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Broward County Public Schools  |  For Internal District Use  |  May 22,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Meeting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8412480" cy="475488"/>
          </a:xfrm>
          <a:prstGeom prst="rect">
            <a:avLst/>
          </a:prstGeom>
          <a:solidFill>
            <a:srgbClr val="0E4E73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1704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leave with a shared understanding of the options and agreement on the path forward.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755648"/>
            <a:ext cx="4069080" cy="13944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55648"/>
            <a:ext cx="548640" cy="139446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55648"/>
            <a:ext cx="5486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" y="1883664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Shortlist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2231136"/>
            <a:ext cx="3319272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the field to 2-3 platforms meeting our compliance, cost, and usability requirements. Sean evaluates them against agreed criteria before the final call.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285750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Group decision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755648"/>
            <a:ext cx="4069080" cy="13944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755648"/>
            <a:ext cx="548640" cy="139446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755648"/>
            <a:ext cx="5486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67528" y="1883664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Agreement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67528" y="2231136"/>
            <a:ext cx="3319272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what BCPS must measure, who needs access, and whether FERPA compliance is a hard requirement or a preference. This drives platform selection.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67528" y="285750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Sean A. Russell + Farrah A. Wilson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287268"/>
            <a:ext cx="4069080" cy="13944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87268"/>
            <a:ext cx="548640" cy="139446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87268"/>
            <a:ext cx="5486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24128" y="3415284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Owner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24128" y="3762756"/>
            <a:ext cx="3319272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who owns web analytics going forward: platform account, access control, reporting cadence. OOC sets strategy; ISD or AS owns technical implementation.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438912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Confirmed by Matthew S. Bradford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287268"/>
            <a:ext cx="4069080" cy="139446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287268"/>
            <a:ext cx="548640" cy="1394460"/>
          </a:xfrm>
          <a:prstGeom prst="rect">
            <a:avLst/>
          </a:prstGeom>
          <a:solidFill>
            <a:srgbClr val="0E4E73"/>
          </a:solidFill>
          <a:ln w="12700">
            <a:solidFill>
              <a:srgbClr val="0E4E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287268"/>
            <a:ext cx="5486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67528" y="3415284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for Decision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67528" y="3762756"/>
            <a:ext cx="3319272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a deadline to select a platform and an implementation target. If GA4 migration off bcps.pio@gmail.com is needed regardless, ISD starts within 2 weeks.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67528" y="438912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C55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Dr. Daryl Diamond tracks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BCPS District Web Analytics Review</dc:title>
  <dc:subject>PptxGenJS Presentation</dc:subject>
  <dc:creator>Sean A. Russell</dc:creator>
  <cp:lastModifiedBy>Sean A. Russell</cp:lastModifiedBy>
  <cp:revision>1</cp:revision>
  <dcterms:created xsi:type="dcterms:W3CDTF">2026-05-22T18:49:49Z</dcterms:created>
  <dcterms:modified xsi:type="dcterms:W3CDTF">2026-05-22T18:49:49Z</dcterms:modified>
</cp:coreProperties>
</file>